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71" r:id="rId6"/>
    <p:sldId id="584" r:id="rId7"/>
    <p:sldId id="585" r:id="rId8"/>
    <p:sldId id="586" r:id="rId9"/>
  </p:sldIdLst>
  <p:sldSz cx="12198350" cy="6858000"/>
  <p:notesSz cx="6858000" cy="9144000"/>
  <p:defaultTextStyle>
    <a:defPPr>
      <a:defRPr lang="en-US"/>
    </a:defPPr>
    <a:lvl1pPr marL="0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13494E8B-DC6E-46CF-8958-082F4EE9E1DC}">
          <p14:sldIdLst>
            <p14:sldId id="271"/>
            <p14:sldId id="584"/>
            <p14:sldId id="585"/>
            <p14:sldId id="586"/>
          </p14:sldIdLst>
        </p14:section>
        <p14:section name="Başlıksız Bölüm" id="{18219461-A1F6-4EA8-859D-DE8A816D75E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113B83"/>
    <a:srgbClr val="3C58A3"/>
    <a:srgbClr val="4A4346"/>
    <a:srgbClr val="F8C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6071" autoAdjust="0"/>
  </p:normalViewPr>
  <p:slideViewPr>
    <p:cSldViewPr snapToGrid="0" snapToObjects="1">
      <p:cViewPr varScale="1">
        <p:scale>
          <a:sx n="120" d="100"/>
          <a:sy n="120" d="100"/>
        </p:scale>
        <p:origin x="108" y="300"/>
      </p:cViewPr>
      <p:guideLst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696FE-06A7-D54F-8779-FE3518A35682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06FB5-C841-8145-9B7C-7E0D4A084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8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3C078-E0E2-E64F-AF41-B5465CEECEA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C6AA9-D3E1-254E-9673-A2BC4DA4C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37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7C6AA9-D3E1-254E-9673-A2BC4DA4C3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62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AACE6-CF90-41A6-AF03-F69B46540D9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1561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AACE6-CF90-41A6-AF03-F69B46540D9C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7821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AACE6-CF90-41A6-AF03-F69B46540D9C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2358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URKCELL_PTT_16X9_ZEMINSIZ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8350" cy="68571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1422813"/>
            <a:ext cx="12197164" cy="815999"/>
          </a:xfrm>
        </p:spPr>
        <p:txBody>
          <a:bodyPr>
            <a:normAutofit/>
          </a:bodyPr>
          <a:lstStyle>
            <a:lvl1pPr>
              <a:lnSpc>
                <a:spcPct val="50000"/>
              </a:lnSpc>
              <a:defRPr sz="57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tr-TR" dirty="0"/>
              <a:t>Kapak sunum başlığı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0" y="2281470"/>
            <a:ext cx="12197163" cy="287996"/>
          </a:xfrm>
        </p:spPr>
        <p:txBody>
          <a:bodyPr/>
          <a:lstStyle>
            <a:lvl1pPr marL="0" indent="0" algn="ctr">
              <a:lnSpc>
                <a:spcPct val="50000"/>
              </a:lnSpc>
              <a:buNone/>
              <a:defRPr sz="2700">
                <a:solidFill>
                  <a:srgbClr val="F8C527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Alt başlık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724518"/>
            <a:ext cx="12197163" cy="583921"/>
          </a:xfrm>
        </p:spPr>
        <p:txBody>
          <a:bodyPr/>
          <a:lstStyle>
            <a:lvl1pPr marL="0" indent="0" algn="ctr">
              <a:lnSpc>
                <a:spcPct val="50000"/>
              </a:lnSpc>
              <a:buNone/>
              <a:defRPr sz="6000" b="1">
                <a:solidFill>
                  <a:srgbClr val="F8C527"/>
                </a:solidFill>
              </a:defRPr>
            </a:lvl1pPr>
          </a:lstStyle>
          <a:p>
            <a:pPr lvl="0"/>
            <a:r>
              <a:rPr lang="en-US" dirty="0" err="1"/>
              <a:t>Tarih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21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16x9_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4375101"/>
            <a:ext cx="12197164" cy="815999"/>
          </a:xfrm>
        </p:spPr>
        <p:txBody>
          <a:bodyPr>
            <a:normAutofit/>
          </a:bodyPr>
          <a:lstStyle>
            <a:lvl1pPr>
              <a:lnSpc>
                <a:spcPct val="50000"/>
              </a:lnSpc>
              <a:defRPr sz="57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tr-TR" dirty="0"/>
              <a:t>Kapak sunum başlığı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0" y="5233758"/>
            <a:ext cx="12197163" cy="287996"/>
          </a:xfrm>
        </p:spPr>
        <p:txBody>
          <a:bodyPr/>
          <a:lstStyle>
            <a:lvl1pPr marL="0" indent="0" algn="ctr">
              <a:lnSpc>
                <a:spcPct val="50000"/>
              </a:lnSpc>
              <a:buNone/>
              <a:defRPr sz="2700">
                <a:solidFill>
                  <a:srgbClr val="F8C527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Alt başlık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676806"/>
            <a:ext cx="12197163" cy="583921"/>
          </a:xfrm>
        </p:spPr>
        <p:txBody>
          <a:bodyPr/>
          <a:lstStyle>
            <a:lvl1pPr marL="0" indent="0" algn="ctr">
              <a:lnSpc>
                <a:spcPct val="50000"/>
              </a:lnSpc>
              <a:buNone/>
              <a:defRPr sz="6000" b="1">
                <a:solidFill>
                  <a:srgbClr val="F8C527"/>
                </a:solidFill>
              </a:defRPr>
            </a:lvl1pPr>
          </a:lstStyle>
          <a:p>
            <a:pPr lvl="0"/>
            <a:r>
              <a:rPr lang="en-US" dirty="0" err="1"/>
              <a:t>Tarih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8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URKCELL_PTT_16X9_ZEMINSIZ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8350" cy="6857193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39685" y="3386320"/>
            <a:ext cx="6945377" cy="428465"/>
          </a:xfrm>
        </p:spPr>
        <p:txBody>
          <a:bodyPr/>
          <a:lstStyle>
            <a:lvl1pPr marL="0" indent="0" algn="l">
              <a:lnSpc>
                <a:spcPct val="70000"/>
              </a:lnSpc>
              <a:buNone/>
              <a:defRPr sz="2700">
                <a:solidFill>
                  <a:srgbClr val="F8C527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Alt başlık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232090" y="2540791"/>
            <a:ext cx="6965075" cy="815999"/>
          </a:xfrm>
        </p:spPr>
        <p:txBody>
          <a:bodyPr>
            <a:normAutofit/>
          </a:bodyPr>
          <a:lstStyle>
            <a:lvl1pPr algn="l">
              <a:lnSpc>
                <a:spcPct val="50000"/>
              </a:lnSpc>
              <a:defRPr sz="57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tr-TR" dirty="0"/>
              <a:t>Ana </a:t>
            </a:r>
            <a:r>
              <a:rPr lang="tr-TR" dirty="0" err="1"/>
              <a:t>seperatör</a:t>
            </a:r>
            <a:r>
              <a:rPr lang="tr-TR" dirty="0"/>
              <a:t> başlık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6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x9_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572" y="3386320"/>
            <a:ext cx="6945377" cy="428465"/>
          </a:xfrm>
        </p:spPr>
        <p:txBody>
          <a:bodyPr/>
          <a:lstStyle>
            <a:lvl1pPr marL="0" indent="0" algn="r">
              <a:lnSpc>
                <a:spcPct val="70000"/>
              </a:lnSpc>
              <a:buNone/>
              <a:defRPr sz="2700">
                <a:solidFill>
                  <a:srgbClr val="F8C527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Alt başlık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8976" y="2540791"/>
            <a:ext cx="6965075" cy="815999"/>
          </a:xfrm>
        </p:spPr>
        <p:txBody>
          <a:bodyPr>
            <a:normAutofit/>
          </a:bodyPr>
          <a:lstStyle>
            <a:lvl1pPr algn="r">
              <a:lnSpc>
                <a:spcPct val="50000"/>
              </a:lnSpc>
              <a:defRPr sz="57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tr-TR" dirty="0"/>
              <a:t>Ana </a:t>
            </a:r>
            <a:r>
              <a:rPr lang="tr-TR" dirty="0" err="1"/>
              <a:t>seperatör</a:t>
            </a:r>
            <a:r>
              <a:rPr lang="tr-TR" dirty="0"/>
              <a:t> başlık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70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+9_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7164" cy="6856527"/>
          </a:xfrm>
          <a:prstGeom prst="rect">
            <a:avLst/>
          </a:prstGeom>
        </p:spPr>
      </p:pic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312856" y="2289932"/>
            <a:ext cx="4884309" cy="193463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5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Ara</a:t>
            </a:r>
            <a:r>
              <a:rPr lang="en-US" dirty="0"/>
              <a:t> </a:t>
            </a:r>
            <a:r>
              <a:rPr lang="en-US" dirty="0" err="1"/>
              <a:t>separatör</a:t>
            </a:r>
            <a:r>
              <a:rPr lang="en-US" dirty="0"/>
              <a:t> </a:t>
            </a:r>
            <a:r>
              <a:rPr lang="en-US" dirty="0" err="1"/>
              <a:t>başlık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0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+9_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7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8977" y="2289932"/>
            <a:ext cx="4884309" cy="193463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5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Ara</a:t>
            </a:r>
            <a:r>
              <a:rPr lang="en-US" dirty="0"/>
              <a:t> </a:t>
            </a:r>
            <a:r>
              <a:rPr lang="en-US" dirty="0" err="1"/>
              <a:t>separatör</a:t>
            </a:r>
            <a:r>
              <a:rPr lang="en-US" dirty="0"/>
              <a:t> </a:t>
            </a:r>
            <a:r>
              <a:rPr lang="en-US" dirty="0" err="1"/>
              <a:t>başlık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0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+9_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7164" cy="6856527"/>
          </a:xfrm>
          <a:prstGeom prst="rect">
            <a:avLst/>
          </a:prstGeom>
        </p:spPr>
      </p:pic>
      <p:sp>
        <p:nvSpPr>
          <p:cNvPr id="7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8977" y="2289932"/>
            <a:ext cx="4884309" cy="193463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5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Ara</a:t>
            </a:r>
            <a:r>
              <a:rPr lang="en-US" dirty="0"/>
              <a:t> </a:t>
            </a:r>
            <a:r>
              <a:rPr lang="en-US" dirty="0" err="1"/>
              <a:t>separatör</a:t>
            </a:r>
            <a:r>
              <a:rPr lang="en-US" dirty="0"/>
              <a:t> </a:t>
            </a:r>
            <a:r>
              <a:rPr lang="en-US" dirty="0" err="1"/>
              <a:t>başlık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2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+9_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7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312856" y="2289932"/>
            <a:ext cx="4884309" cy="1934633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buNone/>
              <a:defRPr sz="5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Ara</a:t>
            </a:r>
            <a:r>
              <a:rPr lang="en-US" dirty="0"/>
              <a:t> </a:t>
            </a:r>
            <a:r>
              <a:rPr lang="en-US" dirty="0" err="1"/>
              <a:t>separatör</a:t>
            </a:r>
            <a:r>
              <a:rPr lang="en-US" dirty="0"/>
              <a:t> </a:t>
            </a:r>
            <a:r>
              <a:rPr lang="en-US" dirty="0" err="1"/>
              <a:t>başlık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39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x9_so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14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74274" y="767025"/>
            <a:ext cx="11601433" cy="511560"/>
          </a:xfrm>
        </p:spPr>
        <p:txBody>
          <a:bodyPr>
            <a:normAutofit/>
          </a:bodyPr>
          <a:lstStyle>
            <a:lvl1pPr marL="0" indent="0" algn="l">
              <a:lnSpc>
                <a:spcPct val="60000"/>
              </a:lnSpc>
              <a:buNone/>
              <a:defRPr sz="2800" baseline="0">
                <a:solidFill>
                  <a:srgbClr val="3C58A3"/>
                </a:solidFill>
              </a:defRPr>
            </a:lvl1pPr>
          </a:lstStyle>
          <a:p>
            <a:pPr lvl="0"/>
            <a:r>
              <a:rPr lang="en-US" dirty="0"/>
              <a:t>Alt </a:t>
            </a:r>
            <a:r>
              <a:rPr lang="en-US" dirty="0" err="1"/>
              <a:t>başlık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74273" y="1505107"/>
            <a:ext cx="4425859" cy="4887824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alanı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62319" y="179394"/>
            <a:ext cx="4018512" cy="383996"/>
          </a:xfrm>
        </p:spPr>
        <p:txBody>
          <a:bodyPr>
            <a:noAutofit/>
          </a:bodyPr>
          <a:lstStyle>
            <a:lvl1pPr marL="0" indent="0" algn="l">
              <a:lnSpc>
                <a:spcPct val="50000"/>
              </a:lnSpc>
              <a:buNone/>
              <a:defRPr sz="3700" b="1">
                <a:solidFill>
                  <a:srgbClr val="FFFFFF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Slayt başlığı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80452" y="6499330"/>
            <a:ext cx="1395254" cy="288751"/>
          </a:xfrm>
        </p:spPr>
        <p:txBody>
          <a:bodyPr>
            <a:noAutofit/>
          </a:bodyPr>
          <a:lstStyle>
            <a:lvl1pPr algn="r">
              <a:defRPr sz="1300" baseline="0"/>
            </a:lvl1pPr>
          </a:lstStyle>
          <a:p>
            <a:r>
              <a:rPr lang="tr-TR" dirty="0"/>
              <a:t>Sayfa numarası</a:t>
            </a:r>
            <a:endParaRPr lang="en-US" dirty="0"/>
          </a:p>
        </p:txBody>
      </p:sp>
      <p:sp>
        <p:nvSpPr>
          <p:cNvPr id="8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4963010" y="1512771"/>
            <a:ext cx="7012697" cy="488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rgbClr val="0D4AA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 err="1"/>
              <a:t>Resim</a:t>
            </a:r>
            <a:r>
              <a:rPr lang="en-US" dirty="0"/>
              <a:t> Alanı</a:t>
            </a:r>
          </a:p>
        </p:txBody>
      </p:sp>
    </p:spTree>
    <p:extLst>
      <p:ext uri="{BB962C8B-B14F-4D97-AF65-F5344CB8AC3E}">
        <p14:creationId xmlns:p14="http://schemas.microsoft.com/office/powerpoint/2010/main" val="203953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x9_so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74273" y="881141"/>
            <a:ext cx="11601433" cy="5511790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 err="1"/>
              <a:t>Metin</a:t>
            </a:r>
            <a:r>
              <a:rPr lang="en-US" dirty="0"/>
              <a:t> </a:t>
            </a:r>
            <a:r>
              <a:rPr lang="en-US" dirty="0" err="1"/>
              <a:t>alanı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62319" y="179394"/>
            <a:ext cx="4018512" cy="383996"/>
          </a:xfrm>
        </p:spPr>
        <p:txBody>
          <a:bodyPr>
            <a:noAutofit/>
          </a:bodyPr>
          <a:lstStyle>
            <a:lvl1pPr marL="0" indent="0" algn="l">
              <a:lnSpc>
                <a:spcPct val="50000"/>
              </a:lnSpc>
              <a:buNone/>
              <a:defRPr sz="3700" b="1">
                <a:solidFill>
                  <a:srgbClr val="FFFFFF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Slayt başlığı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80452" y="6499330"/>
            <a:ext cx="1395254" cy="288751"/>
          </a:xfrm>
        </p:spPr>
        <p:txBody>
          <a:bodyPr>
            <a:noAutofit/>
          </a:bodyPr>
          <a:lstStyle>
            <a:lvl1pPr algn="r">
              <a:defRPr sz="1300" baseline="0"/>
            </a:lvl1pPr>
          </a:lstStyle>
          <a:p>
            <a:r>
              <a:rPr lang="tr-TR" dirty="0"/>
              <a:t>Sayfa numarası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9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x9_so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62319" y="179394"/>
            <a:ext cx="4018512" cy="383996"/>
          </a:xfrm>
        </p:spPr>
        <p:txBody>
          <a:bodyPr>
            <a:noAutofit/>
          </a:bodyPr>
          <a:lstStyle>
            <a:lvl1pPr marL="0" indent="0" algn="l">
              <a:lnSpc>
                <a:spcPct val="50000"/>
              </a:lnSpc>
              <a:buNone/>
              <a:defRPr sz="3700" b="1">
                <a:solidFill>
                  <a:srgbClr val="FFFFFF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Slayt başlığı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80452" y="6499330"/>
            <a:ext cx="1395254" cy="288751"/>
          </a:xfrm>
        </p:spPr>
        <p:txBody>
          <a:bodyPr>
            <a:noAutofit/>
          </a:bodyPr>
          <a:lstStyle>
            <a:lvl1pPr algn="r">
              <a:defRPr sz="1300" baseline="0"/>
            </a:lvl1pPr>
          </a:lstStyle>
          <a:p>
            <a:r>
              <a:rPr lang="tr-TR" dirty="0"/>
              <a:t>Sayfa numarası</a:t>
            </a:r>
            <a:endParaRPr lang="en-US" dirty="0"/>
          </a:p>
        </p:txBody>
      </p:sp>
      <p:sp>
        <p:nvSpPr>
          <p:cNvPr id="8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374274" y="920015"/>
            <a:ext cx="11601433" cy="54805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rgbClr val="0D4AA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 err="1"/>
              <a:t>Resim</a:t>
            </a:r>
            <a:r>
              <a:rPr lang="en-US" dirty="0"/>
              <a:t> Alanı</a:t>
            </a:r>
          </a:p>
        </p:txBody>
      </p:sp>
    </p:spTree>
    <p:extLst>
      <p:ext uri="{BB962C8B-B14F-4D97-AF65-F5344CB8AC3E}">
        <p14:creationId xmlns:p14="http://schemas.microsoft.com/office/powerpoint/2010/main" val="2310300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6x9_so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350" cy="6857193"/>
          </a:xfrm>
          <a:prstGeom prst="rect">
            <a:avLst/>
          </a:prstGeom>
        </p:spPr>
      </p:pic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62319" y="179394"/>
            <a:ext cx="4018512" cy="383996"/>
          </a:xfrm>
        </p:spPr>
        <p:txBody>
          <a:bodyPr>
            <a:noAutofit/>
          </a:bodyPr>
          <a:lstStyle>
            <a:lvl1pPr marL="0" indent="0" algn="l">
              <a:lnSpc>
                <a:spcPct val="50000"/>
              </a:lnSpc>
              <a:buNone/>
              <a:defRPr sz="3700" b="1">
                <a:solidFill>
                  <a:srgbClr val="FFFFFF"/>
                </a:solidFill>
              </a:defRPr>
            </a:lvl1pPr>
            <a:lvl2pPr marL="609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Slayt başlığı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80452" y="6499330"/>
            <a:ext cx="1395254" cy="288751"/>
          </a:xfrm>
        </p:spPr>
        <p:txBody>
          <a:bodyPr>
            <a:noAutofit/>
          </a:bodyPr>
          <a:lstStyle>
            <a:lvl1pPr algn="r">
              <a:defRPr sz="1300" baseline="0"/>
            </a:lvl1pPr>
          </a:lstStyle>
          <a:p>
            <a:r>
              <a:rPr lang="tr-TR" dirty="0"/>
              <a:t>Sayfa numarası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33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44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8" y="274639"/>
            <a:ext cx="10978515" cy="1143000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1600201"/>
            <a:ext cx="10978515" cy="4525963"/>
          </a:xfrm>
          <a:prstGeom prst="rect">
            <a:avLst/>
          </a:prstGeom>
        </p:spPr>
        <p:txBody>
          <a:bodyPr vert="horz" lIns="121954" tIns="60977" rIns="121954" bIns="60977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917" y="6356351"/>
            <a:ext cx="2846282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1004E-09E4-054C-BABD-95CA75899ABC}" type="datetime1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6356351"/>
            <a:ext cx="3862811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6356351"/>
            <a:ext cx="2846282" cy="365125"/>
          </a:xfrm>
          <a:prstGeom prst="rect">
            <a:avLst/>
          </a:prstGeom>
        </p:spPr>
        <p:txBody>
          <a:bodyPr vert="horz" lIns="121954" tIns="60977" rIns="121954" bIns="60977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A1C75-E284-8F49-BB5E-D0F850CE6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2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60" r:id="rId3"/>
    <p:sldLayoutId id="2147483671" r:id="rId4"/>
    <p:sldLayoutId id="2147483673" r:id="rId5"/>
    <p:sldLayoutId id="2147483674" r:id="rId6"/>
    <p:sldLayoutId id="2147483675" r:id="rId7"/>
    <p:sldLayoutId id="2147483676" r:id="rId8"/>
    <p:sldLayoutId id="2147483672" r:id="rId9"/>
    <p:sldLayoutId id="2147483678" r:id="rId10"/>
    <p:sldLayoutId id="2147483677" r:id="rId11"/>
    <p:sldLayoutId id="2147483679" r:id="rId12"/>
    <p:sldLayoutId id="2147483662" r:id="rId13"/>
  </p:sldLayoutIdLst>
  <p:hf sldNum="0" hdr="0" ftr="0" dt="0"/>
  <p:txStyles>
    <p:titleStyle>
      <a:lvl1pPr algn="ctr" defTabSz="609768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326" indent="-457326" algn="l" defTabSz="609768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872" indent="-381105" algn="l" defTabSz="609768" rtl="0" eaLnBrk="1" latinLnBrk="0" hangingPunct="1">
        <a:spcBef>
          <a:spcPct val="20000"/>
        </a:spcBef>
        <a:buFont typeface="Arial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419" indent="-304884" algn="l" defTabSz="609768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187" indent="-304884" algn="l" defTabSz="609768" rtl="0" eaLnBrk="1" latinLnBrk="0" hangingPunct="1">
        <a:spcBef>
          <a:spcPct val="20000"/>
        </a:spcBef>
        <a:buFont typeface="Arial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954" indent="-304884" algn="l" defTabSz="609768" rtl="0" eaLnBrk="1" latinLnBrk="0" hangingPunct="1">
        <a:spcBef>
          <a:spcPct val="20000"/>
        </a:spcBef>
        <a:buFont typeface="Arial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722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490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257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025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68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535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303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71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838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606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373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141" algn="l" defTabSz="60976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92737" y="2749529"/>
            <a:ext cx="4006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tr-TR" sz="4800" dirty="0">
                <a:solidFill>
                  <a:prstClr val="white"/>
                </a:solidFill>
                <a:cs typeface="Segoe UI" panose="020B0502040204020203" pitchFamily="34" charset="0"/>
              </a:rPr>
              <a:t>HASAR TAZMİN</a:t>
            </a:r>
            <a:endParaRPr lang="en-US" sz="4800" dirty="0">
              <a:solidFill>
                <a:prstClr val="white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44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4"/>
          <p:cNvSpPr>
            <a:spLocks noGrp="1"/>
          </p:cNvSpPr>
          <p:nvPr>
            <p:ph type="subTitle" idx="1"/>
          </p:nvPr>
        </p:nvSpPr>
        <p:spPr>
          <a:xfrm>
            <a:off x="655505" y="181086"/>
            <a:ext cx="8848739" cy="383796"/>
          </a:xfrm>
        </p:spPr>
        <p:txBody>
          <a:bodyPr/>
          <a:lstStyle/>
          <a:p>
            <a:r>
              <a:rPr lang="tr-TR" sz="3200" dirty="0"/>
              <a:t>FO ARIZA FOTOĞRAFLARI</a:t>
            </a:r>
          </a:p>
        </p:txBody>
      </p:sp>
      <p:sp>
        <p:nvSpPr>
          <p:cNvPr id="4" name="Metin kutusu 3"/>
          <p:cNvSpPr txBox="1"/>
          <p:nvPr/>
        </p:nvSpPr>
        <p:spPr>
          <a:xfrm>
            <a:off x="1360401" y="5611091"/>
            <a:ext cx="8614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Hasar yerinde hasar veren firmayı ve konumu net bir şekilde belirleyecek şekilde fotoğraf çekilmelidir.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523" y="1071214"/>
            <a:ext cx="3409950" cy="406717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401" y="1071214"/>
            <a:ext cx="40576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7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4"/>
          <p:cNvSpPr>
            <a:spLocks noGrp="1"/>
          </p:cNvSpPr>
          <p:nvPr>
            <p:ph type="subTitle" idx="1"/>
          </p:nvPr>
        </p:nvSpPr>
        <p:spPr>
          <a:xfrm>
            <a:off x="655505" y="181086"/>
            <a:ext cx="8848739" cy="383796"/>
          </a:xfrm>
        </p:spPr>
        <p:txBody>
          <a:bodyPr/>
          <a:lstStyle/>
          <a:p>
            <a:r>
              <a:rPr lang="tr-TR" sz="3200" dirty="0"/>
              <a:t>FO ARIZA FOTOĞRAFLARI</a:t>
            </a:r>
          </a:p>
        </p:txBody>
      </p:sp>
      <p:sp>
        <p:nvSpPr>
          <p:cNvPr id="4" name="Metin kutusu 3"/>
          <p:cNvSpPr txBox="1"/>
          <p:nvPr/>
        </p:nvSpPr>
        <p:spPr>
          <a:xfrm>
            <a:off x="1360401" y="5611091"/>
            <a:ext cx="8614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Yapılan çalışma sonucu hattımıza ne denli hasar verildiği ayrı ayrı fotoğraflar ile gösterilmelidir.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Fotoğrafların, hattımıza verilen hasarı ispatlayabilecek nitelikte açık ve anlaşılır şekilde çekilmesi gerekmektedir.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01" y="1071214"/>
            <a:ext cx="3286125" cy="40671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836" y="1435851"/>
            <a:ext cx="53054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4"/>
          <p:cNvSpPr>
            <a:spLocks noGrp="1"/>
          </p:cNvSpPr>
          <p:nvPr>
            <p:ph type="subTitle" idx="1"/>
          </p:nvPr>
        </p:nvSpPr>
        <p:spPr>
          <a:xfrm>
            <a:off x="655505" y="181086"/>
            <a:ext cx="8848739" cy="383796"/>
          </a:xfrm>
        </p:spPr>
        <p:txBody>
          <a:bodyPr/>
          <a:lstStyle/>
          <a:p>
            <a:r>
              <a:rPr lang="tr-TR" sz="3200" dirty="0"/>
              <a:t>FO ARIZA TUTANAKLARI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72" y="840711"/>
            <a:ext cx="4247918" cy="5418773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2DAC2B0B-1DDC-48CA-9AE5-803351A8FFCE}"/>
              </a:ext>
            </a:extLst>
          </p:cNvPr>
          <p:cNvSpPr/>
          <p:nvPr/>
        </p:nvSpPr>
        <p:spPr>
          <a:xfrm>
            <a:off x="5832628" y="1536174"/>
            <a:ext cx="555742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Arıza noktasının konumu tutanakta net olarak gösterilmeli ve arızanın meydana geldiği yere ait açık adres bilgisi detaylı şekilde tutanağa işlenmelidir.</a:t>
            </a:r>
          </a:p>
          <a:p>
            <a:pPr lvl="0"/>
            <a:endParaRPr lang="tr-TR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Tutanak, mümkün ise hasar veren kurum yetkilisine imzalatılmalı, değil ise ‘imzadan imtina etmiştir‘ ibaresi ile sahadaki personelimiz tarafından imzalanmalıdır.</a:t>
            </a:r>
          </a:p>
          <a:p>
            <a:pPr lvl="0"/>
            <a:endParaRPr lang="tr-TR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Meydana gelen hasar sebebiyle söz konusu hatta kesinti meydana geldiyse; kesintinin hangi saat aralığında olduğuna, kaç saat sürdüğüne ilişkin bilgiler detayları ile birlikte tutanağa işlenmelidir. </a:t>
            </a:r>
          </a:p>
          <a:p>
            <a:pPr lvl="0"/>
            <a:endParaRPr lang="tr-TR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tr-TR" sz="1600" dirty="0"/>
              <a:t>Hasar veren kurum yetkilisi imza atmıyor ise bile, ad/ </a:t>
            </a:r>
            <a:r>
              <a:rPr lang="tr-TR" sz="1600" dirty="0" err="1"/>
              <a:t>soyad</a:t>
            </a:r>
            <a:r>
              <a:rPr lang="tr-TR" sz="1600" dirty="0"/>
              <a:t> / TC kimlik numarası ve görev bilgisi öğrenilebiliyor ise tutanağa yazılmalıdır.</a:t>
            </a:r>
          </a:p>
        </p:txBody>
      </p:sp>
    </p:spTree>
    <p:extLst>
      <p:ext uri="{BB962C8B-B14F-4D97-AF65-F5344CB8AC3E}">
        <p14:creationId xmlns:p14="http://schemas.microsoft.com/office/powerpoint/2010/main" val="113593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4B6902E6BE42C4A9D265BAAC1D09CB3" ma:contentTypeVersion="0" ma:contentTypeDescription="Yeni belge oluşturun." ma:contentTypeScope="" ma:versionID="0b50236b86bb4c4eb6664578d3f80ba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8095ecd7aea3e31838633d5a04a19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itus xmlns="http://schemas.titus.com/TitusProperties/">
  <TitusGUID xmlns="">5dc74a66-4629-4a01-a198-865c7548e4a4</TitusGUID>
  <TitusMetadata xmlns="">eyJucyI6IlR1cmtjZWxsIiwicHJvcHMiOlt7Im4iOiJUVVJLQ0VMTENMQVNTSUZJQ0FUSU9OIiwidmFscyI6W3sidmFsdWUiOiJUVVJLQ0VMTCBHRU5FTCJ9XX0seyJuIjoiS1ZLSyIsInZhbHMiOlt7InZhbHVlIjoia3YxY2VybWUyIn1dfV19</TitusMetadata>
</titus>
</file>

<file path=customXml/itemProps1.xml><?xml version="1.0" encoding="utf-8"?>
<ds:datastoreItem xmlns:ds="http://schemas.openxmlformats.org/officeDocument/2006/customXml" ds:itemID="{D26949ED-8433-4109-89B2-45C95858D69F}">
  <ds:schemaRefs>
    <ds:schemaRef ds:uri="http://purl.org/dc/terms/"/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423FE96-6893-489A-ADD5-0AC9923AC3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A2E782-4F28-4B2F-856C-5B7973501E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5825FC9E-3CCC-496D-BFF9-D972558C2CD1}">
  <ds:schemaRefs>
    <ds:schemaRef ds:uri="http://schemas.titus.com/TitusPropertie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7193</TotalTime>
  <Words>155</Words>
  <Application>Microsoft Office PowerPoint</Application>
  <PresentationFormat>Özel</PresentationFormat>
  <Paragraphs>18</Paragraphs>
  <Slides>4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Bengu Bilgier</dc:creator>
  <cp:lastModifiedBy>SALIH KARA</cp:lastModifiedBy>
  <cp:revision>362</cp:revision>
  <dcterms:created xsi:type="dcterms:W3CDTF">2018-03-01T16:49:14Z</dcterms:created>
  <dcterms:modified xsi:type="dcterms:W3CDTF">2025-08-08T11:05:58Z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0x010100C4B6902E6BE42C4A9D265BAAC1D09CB3</vt:lpwstr>
  </property>
  <property fmtid="{D5CDD505-2E9C-101B-9397-08002B2CF9AE}" pid="3" name="TitusGUID">
    <vt:lpwstr>5dc74a66-4629-4a01-a198-865c7548e4a4</vt:lpwstr>
  </property>
  <property fmtid="{D5CDD505-2E9C-101B-9397-08002B2CF9AE}" pid="4" name="TURKCELLCLASSIFICATION">
    <vt:lpwstr>TURKCELL GENEL</vt:lpwstr>
  </property>
  <property fmtid="{D5CDD505-2E9C-101B-9397-08002B2CF9AE}" pid="5" name="KVKK">
    <vt:lpwstr>kv1cerme2</vt:lpwstr>
  </property>
</Properties>
</file>